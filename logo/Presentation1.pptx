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061DA7-C35F-40B7-8AF4-369CA40099EC}" v="8" dt="2026-07-03T01:30:48.139"/>
    <p1510:client id="{A4B1C63A-04A1-4E26-AC05-8340D831783D}" v="2" dt="2026-07-02T14:55:01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17" autoAdjust="0"/>
    <p:restoredTop sz="94660"/>
  </p:normalViewPr>
  <p:slideViewPr>
    <p:cSldViewPr snapToGrid="0">
      <p:cViewPr>
        <p:scale>
          <a:sx n="300" d="100"/>
          <a:sy n="300" d="100"/>
        </p:scale>
        <p:origin x="-4218" y="-2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 Dion" userId="1f73da38b32d6ce1" providerId="LiveId" clId="{32B30E85-7381-41B9-BC3B-E982C14B69BC}"/>
    <pc:docChg chg="undo custSel addSld delSld modSld">
      <pc:chgData name="Gab Dion" userId="1f73da38b32d6ce1" providerId="LiveId" clId="{32B30E85-7381-41B9-BC3B-E982C14B69BC}" dt="2026-07-02T14:55:13.875" v="34" actId="1076"/>
      <pc:docMkLst>
        <pc:docMk/>
      </pc:docMkLst>
      <pc:sldChg chg="del">
        <pc:chgData name="Gab Dion" userId="1f73da38b32d6ce1" providerId="LiveId" clId="{32B30E85-7381-41B9-BC3B-E982C14B69BC}" dt="2026-07-02T14:49:54.351" v="12" actId="47"/>
        <pc:sldMkLst>
          <pc:docMk/>
          <pc:sldMk cId="2677296283" sldId="258"/>
        </pc:sldMkLst>
      </pc:sldChg>
      <pc:sldChg chg="del">
        <pc:chgData name="Gab Dion" userId="1f73da38b32d6ce1" providerId="LiveId" clId="{32B30E85-7381-41B9-BC3B-E982C14B69BC}" dt="2026-07-02T14:49:54.351" v="12" actId="47"/>
        <pc:sldMkLst>
          <pc:docMk/>
          <pc:sldMk cId="3601552821" sldId="259"/>
        </pc:sldMkLst>
      </pc:sldChg>
      <pc:sldChg chg="del">
        <pc:chgData name="Gab Dion" userId="1f73da38b32d6ce1" providerId="LiveId" clId="{32B30E85-7381-41B9-BC3B-E982C14B69BC}" dt="2026-07-02T14:49:54.351" v="12" actId="47"/>
        <pc:sldMkLst>
          <pc:docMk/>
          <pc:sldMk cId="1355391840" sldId="260"/>
        </pc:sldMkLst>
      </pc:sldChg>
      <pc:sldChg chg="del">
        <pc:chgData name="Gab Dion" userId="1f73da38b32d6ce1" providerId="LiveId" clId="{32B30E85-7381-41B9-BC3B-E982C14B69BC}" dt="2026-07-02T14:49:54.351" v="12" actId="47"/>
        <pc:sldMkLst>
          <pc:docMk/>
          <pc:sldMk cId="1988718379" sldId="261"/>
        </pc:sldMkLst>
      </pc:sldChg>
      <pc:sldChg chg="new del">
        <pc:chgData name="Gab Dion" userId="1f73da38b32d6ce1" providerId="LiveId" clId="{32B30E85-7381-41B9-BC3B-E982C14B69BC}" dt="2026-07-02T14:30:36.270" v="5"/>
        <pc:sldMkLst>
          <pc:docMk/>
          <pc:sldMk cId="3083120179" sldId="262"/>
        </pc:sldMkLst>
      </pc:sldChg>
      <pc:sldChg chg="new del">
        <pc:chgData name="Gab Dion" userId="1f73da38b32d6ce1" providerId="LiveId" clId="{32B30E85-7381-41B9-BC3B-E982C14B69BC}" dt="2026-07-02T14:31:21.032" v="7"/>
        <pc:sldMkLst>
          <pc:docMk/>
          <pc:sldMk cId="1912830956" sldId="263"/>
        </pc:sldMkLst>
      </pc:sldChg>
      <pc:sldChg chg="new del">
        <pc:chgData name="Gab Dion" userId="1f73da38b32d6ce1" providerId="LiveId" clId="{32B30E85-7381-41B9-BC3B-E982C14B69BC}" dt="2026-07-02T14:31:59.677" v="9"/>
        <pc:sldMkLst>
          <pc:docMk/>
          <pc:sldMk cId="1142139631" sldId="264"/>
        </pc:sldMkLst>
      </pc:sldChg>
      <pc:sldChg chg="new del">
        <pc:chgData name="Gab Dion" userId="1f73da38b32d6ce1" providerId="LiveId" clId="{32B30E85-7381-41B9-BC3B-E982C14B69BC}" dt="2026-07-02T14:32:31.791" v="11"/>
        <pc:sldMkLst>
          <pc:docMk/>
          <pc:sldMk cId="2287858680" sldId="265"/>
        </pc:sldMkLst>
      </pc:sldChg>
      <pc:sldChg chg="addSp delSp modSp add mod">
        <pc:chgData name="Gab Dion" userId="1f73da38b32d6ce1" providerId="LiveId" clId="{32B30E85-7381-41B9-BC3B-E982C14B69BC}" dt="2026-07-02T14:55:13.875" v="34" actId="1076"/>
        <pc:sldMkLst>
          <pc:docMk/>
          <pc:sldMk cId="3640511277" sldId="266"/>
        </pc:sldMkLst>
        <pc:spChg chg="del mod">
          <ac:chgData name="Gab Dion" userId="1f73da38b32d6ce1" providerId="LiveId" clId="{32B30E85-7381-41B9-BC3B-E982C14B69BC}" dt="2026-07-02T14:50:31.156" v="17" actId="478"/>
          <ac:spMkLst>
            <pc:docMk/>
            <pc:sldMk cId="3640511277" sldId="266"/>
            <ac:spMk id="101" creationId="{00000000-0000-0000-0000-000000000000}"/>
          </ac:spMkLst>
        </pc:spChg>
        <pc:spChg chg="del">
          <ac:chgData name="Gab Dion" userId="1f73da38b32d6ce1" providerId="LiveId" clId="{32B30E85-7381-41B9-BC3B-E982C14B69BC}" dt="2026-07-02T14:50:31.156" v="17" actId="478"/>
          <ac:spMkLst>
            <pc:docMk/>
            <pc:sldMk cId="3640511277" sldId="266"/>
            <ac:spMk id="102" creationId="{00000000-0000-0000-0000-000000000000}"/>
          </ac:spMkLst>
        </pc:spChg>
        <pc:spChg chg="del">
          <ac:chgData name="Gab Dion" userId="1f73da38b32d6ce1" providerId="LiveId" clId="{32B30E85-7381-41B9-BC3B-E982C14B69BC}" dt="2026-07-02T14:50:31.156" v="17" actId="478"/>
          <ac:spMkLst>
            <pc:docMk/>
            <pc:sldMk cId="3640511277" sldId="266"/>
            <ac:spMk id="103" creationId="{00000000-0000-0000-0000-000000000000}"/>
          </ac:spMkLst>
        </pc:spChg>
        <pc:spChg chg="mod">
          <ac:chgData name="Gab Dion" userId="1f73da38b32d6ce1" providerId="LiveId" clId="{32B30E85-7381-41B9-BC3B-E982C14B69BC}" dt="2026-07-02T14:50:52.457" v="25" actId="1076"/>
          <ac:spMkLst>
            <pc:docMk/>
            <pc:sldMk cId="3640511277" sldId="266"/>
            <ac:spMk id="104" creationId="{00000000-0000-0000-0000-000000000000}"/>
          </ac:spMkLst>
        </pc:spChg>
        <pc:spChg chg="mod">
          <ac:chgData name="Gab Dion" userId="1f73da38b32d6ce1" providerId="LiveId" clId="{32B30E85-7381-41B9-BC3B-E982C14B69BC}" dt="2026-07-02T14:50:52.457" v="25" actId="1076"/>
          <ac:spMkLst>
            <pc:docMk/>
            <pc:sldMk cId="3640511277" sldId="266"/>
            <ac:spMk id="105" creationId="{00000000-0000-0000-0000-000000000000}"/>
          </ac:spMkLst>
        </pc:spChg>
        <pc:spChg chg="mod">
          <ac:chgData name="Gab Dion" userId="1f73da38b32d6ce1" providerId="LiveId" clId="{32B30E85-7381-41B9-BC3B-E982C14B69BC}" dt="2026-07-02T14:50:55.452" v="26" actId="1076"/>
          <ac:spMkLst>
            <pc:docMk/>
            <pc:sldMk cId="3640511277" sldId="266"/>
            <ac:spMk id="106" creationId="{00000000-0000-0000-0000-000000000000}"/>
          </ac:spMkLst>
        </pc:spChg>
        <pc:spChg chg="mod">
          <ac:chgData name="Gab Dion" userId="1f73da38b32d6ce1" providerId="LiveId" clId="{32B30E85-7381-41B9-BC3B-E982C14B69BC}" dt="2026-07-02T14:50:55.452" v="26" actId="1076"/>
          <ac:spMkLst>
            <pc:docMk/>
            <pc:sldMk cId="3640511277" sldId="266"/>
            <ac:spMk id="107" creationId="{00000000-0000-0000-0000-000000000000}"/>
          </ac:spMkLst>
        </pc:spChg>
        <pc:spChg chg="mod">
          <ac:chgData name="Gab Dion" userId="1f73da38b32d6ce1" providerId="LiveId" clId="{32B30E85-7381-41B9-BC3B-E982C14B69BC}" dt="2026-07-02T14:50:36.447" v="18" actId="1076"/>
          <ac:spMkLst>
            <pc:docMk/>
            <pc:sldMk cId="3640511277" sldId="266"/>
            <ac:spMk id="108" creationId="{00000000-0000-0000-0000-000000000000}"/>
          </ac:spMkLst>
        </pc:spChg>
        <pc:spChg chg="del">
          <ac:chgData name="Gab Dion" userId="1f73da38b32d6ce1" providerId="LiveId" clId="{32B30E85-7381-41B9-BC3B-E982C14B69BC}" dt="2026-07-02T14:49:58.592" v="13" actId="478"/>
          <ac:spMkLst>
            <pc:docMk/>
            <pc:sldMk cId="3640511277" sldId="266"/>
            <ac:spMk id="109" creationId="{00000000-0000-0000-0000-000000000000}"/>
          </ac:spMkLst>
        </pc:spChg>
        <pc:cxnChg chg="add mod">
          <ac:chgData name="Gab Dion" userId="1f73da38b32d6ce1" providerId="LiveId" clId="{32B30E85-7381-41B9-BC3B-E982C14B69BC}" dt="2026-07-02T14:55:00.190" v="29" actId="208"/>
          <ac:cxnSpMkLst>
            <pc:docMk/>
            <pc:sldMk cId="3640511277" sldId="266"/>
            <ac:cxnSpMk id="3" creationId="{ECB146DE-0694-5874-C61F-B30640005FD4}"/>
          </ac:cxnSpMkLst>
        </pc:cxnChg>
        <pc:cxnChg chg="add mod">
          <ac:chgData name="Gab Dion" userId="1f73da38b32d6ce1" providerId="LiveId" clId="{32B30E85-7381-41B9-BC3B-E982C14B69BC}" dt="2026-07-02T14:55:13.875" v="34" actId="1076"/>
          <ac:cxnSpMkLst>
            <pc:docMk/>
            <pc:sldMk cId="3640511277" sldId="266"/>
            <ac:cxnSpMk id="4" creationId="{3AFD42B1-41AE-DD19-DC57-063A1EA424E3}"/>
          </ac:cxnSpMkLst>
        </pc:cxnChg>
      </pc:sldChg>
      <pc:sldChg chg="add del">
        <pc:chgData name="Gab Dion" userId="1f73da38b32d6ce1" providerId="LiveId" clId="{32B30E85-7381-41B9-BC3B-E982C14B69BC}" dt="2026-07-02T14:50:14.780" v="14" actId="47"/>
        <pc:sldMkLst>
          <pc:docMk/>
          <pc:sldMk cId="2633655049" sldId="267"/>
        </pc:sldMkLst>
      </pc:sldChg>
      <pc:sldChg chg="add del">
        <pc:chgData name="Gab Dion" userId="1f73da38b32d6ce1" providerId="LiveId" clId="{32B30E85-7381-41B9-BC3B-E982C14B69BC}" dt="2026-07-02T14:50:14.780" v="14" actId="47"/>
        <pc:sldMkLst>
          <pc:docMk/>
          <pc:sldMk cId="2056220793" sldId="268"/>
        </pc:sldMkLst>
      </pc:sldChg>
      <pc:sldChg chg="add del">
        <pc:chgData name="Gab Dion" userId="1f73da38b32d6ce1" providerId="LiveId" clId="{32B30E85-7381-41B9-BC3B-E982C14B69BC}" dt="2026-07-02T14:50:14.780" v="14" actId="47"/>
        <pc:sldMkLst>
          <pc:docMk/>
          <pc:sldMk cId="3764341724" sldId="269"/>
        </pc:sldMkLst>
      </pc:sldChg>
    </pc:docChg>
  </pc:docChgLst>
  <pc:docChgLst>
    <pc:chgData name="Gab Dion" userId="1f73da38b32d6ce1" providerId="LiveId" clId="{DDEFE885-D3C2-45A2-AD00-5CAA2F429D4A}"/>
    <pc:docChg chg="undo custSel modSld">
      <pc:chgData name="Gab Dion" userId="1f73da38b32d6ce1" providerId="LiveId" clId="{DDEFE885-D3C2-45A2-AD00-5CAA2F429D4A}" dt="2026-07-03T01:32:22.523" v="374" actId="208"/>
      <pc:docMkLst>
        <pc:docMk/>
      </pc:docMkLst>
      <pc:sldChg chg="addSp delSp modSp mod">
        <pc:chgData name="Gab Dion" userId="1f73da38b32d6ce1" providerId="LiveId" clId="{DDEFE885-D3C2-45A2-AD00-5CAA2F429D4A}" dt="2026-07-03T01:32:22.523" v="374" actId="208"/>
        <pc:sldMkLst>
          <pc:docMk/>
          <pc:sldMk cId="3640511277" sldId="266"/>
        </pc:sldMkLst>
        <pc:spChg chg="mod">
          <ac:chgData name="Gab Dion" userId="1f73da38b32d6ce1" providerId="LiveId" clId="{DDEFE885-D3C2-45A2-AD00-5CAA2F429D4A}" dt="2026-07-03T01:29:49.812" v="360" actId="207"/>
          <ac:spMkLst>
            <pc:docMk/>
            <pc:sldMk cId="3640511277" sldId="266"/>
            <ac:spMk id="8" creationId="{812EB742-201D-2EA8-89C0-651BE2B44B61}"/>
          </ac:spMkLst>
        </pc:spChg>
        <pc:spChg chg="mod">
          <ac:chgData name="Gab Dion" userId="1f73da38b32d6ce1" providerId="LiveId" clId="{DDEFE885-D3C2-45A2-AD00-5CAA2F429D4A}" dt="2026-07-03T01:26:16.906" v="61"/>
          <ac:spMkLst>
            <pc:docMk/>
            <pc:sldMk cId="3640511277" sldId="266"/>
            <ac:spMk id="9" creationId="{4C7FDB2F-66BD-3F4D-34A4-4DA19D4BB376}"/>
          </ac:spMkLst>
        </pc:spChg>
        <pc:spChg chg="mod">
          <ac:chgData name="Gab Dion" userId="1f73da38b32d6ce1" providerId="LiveId" clId="{DDEFE885-D3C2-45A2-AD00-5CAA2F429D4A}" dt="2026-07-03T01:26:16.906" v="61"/>
          <ac:spMkLst>
            <pc:docMk/>
            <pc:sldMk cId="3640511277" sldId="266"/>
            <ac:spMk id="10" creationId="{CD52CF05-FF31-D1B2-A9A2-6041DBC0641A}"/>
          </ac:spMkLst>
        </pc:spChg>
        <pc:spChg chg="mod">
          <ac:chgData name="Gab Dion" userId="1f73da38b32d6ce1" providerId="LiveId" clId="{DDEFE885-D3C2-45A2-AD00-5CAA2F429D4A}" dt="2026-07-03T01:26:16.906" v="61"/>
          <ac:spMkLst>
            <pc:docMk/>
            <pc:sldMk cId="3640511277" sldId="266"/>
            <ac:spMk id="11" creationId="{069788D7-5D72-96FF-876D-2EF0E93A29BD}"/>
          </ac:spMkLst>
        </pc:spChg>
        <pc:spChg chg="mod">
          <ac:chgData name="Gab Dion" userId="1f73da38b32d6ce1" providerId="LiveId" clId="{DDEFE885-D3C2-45A2-AD00-5CAA2F429D4A}" dt="2026-07-03T01:26:16.906" v="61"/>
          <ac:spMkLst>
            <pc:docMk/>
            <pc:sldMk cId="3640511277" sldId="266"/>
            <ac:spMk id="15" creationId="{4466560E-6507-B5B1-878C-D5627916B8C2}"/>
          </ac:spMkLst>
        </pc:spChg>
        <pc:spChg chg="mod">
          <ac:chgData name="Gab Dion" userId="1f73da38b32d6ce1" providerId="LiveId" clId="{DDEFE885-D3C2-45A2-AD00-5CAA2F429D4A}" dt="2026-07-03T01:26:16.906" v="61"/>
          <ac:spMkLst>
            <pc:docMk/>
            <pc:sldMk cId="3640511277" sldId="266"/>
            <ac:spMk id="16" creationId="{D60D6F15-EFBF-E482-BA82-FB98A3697E5B}"/>
          </ac:spMkLst>
        </pc:spChg>
        <pc:spChg chg="mod">
          <ac:chgData name="Gab Dion" userId="1f73da38b32d6ce1" providerId="LiveId" clId="{DDEFE885-D3C2-45A2-AD00-5CAA2F429D4A}" dt="2026-07-03T01:27:44.840" v="71"/>
          <ac:spMkLst>
            <pc:docMk/>
            <pc:sldMk cId="3640511277" sldId="266"/>
            <ac:spMk id="18" creationId="{1B353320-C471-73CD-C12E-1A6A90ECEB60}"/>
          </ac:spMkLst>
        </pc:spChg>
        <pc:spChg chg="mod">
          <ac:chgData name="Gab Dion" userId="1f73da38b32d6ce1" providerId="LiveId" clId="{DDEFE885-D3C2-45A2-AD00-5CAA2F429D4A}" dt="2026-07-03T01:27:44.840" v="71"/>
          <ac:spMkLst>
            <pc:docMk/>
            <pc:sldMk cId="3640511277" sldId="266"/>
            <ac:spMk id="19" creationId="{E5E5EAF9-BBD3-A24E-98AB-7FEA879AA2EB}"/>
          </ac:spMkLst>
        </pc:spChg>
        <pc:spChg chg="mod">
          <ac:chgData name="Gab Dion" userId="1f73da38b32d6ce1" providerId="LiveId" clId="{DDEFE885-D3C2-45A2-AD00-5CAA2F429D4A}" dt="2026-07-03T01:27:44.840" v="71"/>
          <ac:spMkLst>
            <pc:docMk/>
            <pc:sldMk cId="3640511277" sldId="266"/>
            <ac:spMk id="20" creationId="{1B40D4F7-4FFF-B355-C7A5-4A745102E314}"/>
          </ac:spMkLst>
        </pc:spChg>
        <pc:spChg chg="mod">
          <ac:chgData name="Gab Dion" userId="1f73da38b32d6ce1" providerId="LiveId" clId="{DDEFE885-D3C2-45A2-AD00-5CAA2F429D4A}" dt="2026-07-03T01:27:44.840" v="71"/>
          <ac:spMkLst>
            <pc:docMk/>
            <pc:sldMk cId="3640511277" sldId="266"/>
            <ac:spMk id="21" creationId="{006BB835-B6B3-9C04-B09B-8201BD775C18}"/>
          </ac:spMkLst>
        </pc:spChg>
        <pc:spChg chg="mod">
          <ac:chgData name="Gab Dion" userId="1f73da38b32d6ce1" providerId="LiveId" clId="{DDEFE885-D3C2-45A2-AD00-5CAA2F429D4A}" dt="2026-07-03T01:27:44.840" v="71"/>
          <ac:spMkLst>
            <pc:docMk/>
            <pc:sldMk cId="3640511277" sldId="266"/>
            <ac:spMk id="25" creationId="{D6D3C4F3-06C0-B6A4-478C-D3584F4AE871}"/>
          </ac:spMkLst>
        </pc:spChg>
        <pc:spChg chg="mod">
          <ac:chgData name="Gab Dion" userId="1f73da38b32d6ce1" providerId="LiveId" clId="{DDEFE885-D3C2-45A2-AD00-5CAA2F429D4A}" dt="2026-07-03T01:27:44.840" v="71"/>
          <ac:spMkLst>
            <pc:docMk/>
            <pc:sldMk cId="3640511277" sldId="266"/>
            <ac:spMk id="26" creationId="{79E9D0EA-AF29-19CE-C221-78118460712C}"/>
          </ac:spMkLst>
        </pc:spChg>
        <pc:spChg chg="add del mod">
          <ac:chgData name="Gab Dion" userId="1f73da38b32d6ce1" providerId="LiveId" clId="{DDEFE885-D3C2-45A2-AD00-5CAA2F429D4A}" dt="2026-07-03T01:28:28.109" v="75" actId="478"/>
          <ac:spMkLst>
            <pc:docMk/>
            <pc:sldMk cId="3640511277" sldId="266"/>
            <ac:spMk id="27" creationId="{3CF66680-BFF5-7B14-6731-9A6ECBE9AF0C}"/>
          </ac:spMkLst>
        </pc:spChg>
        <pc:spChg chg="mod">
          <ac:chgData name="Gab Dion" userId="1f73da38b32d6ce1" providerId="LiveId" clId="{DDEFE885-D3C2-45A2-AD00-5CAA2F429D4A}" dt="2026-07-03T01:32:22.523" v="374" actId="208"/>
          <ac:spMkLst>
            <pc:docMk/>
            <pc:sldMk cId="3640511277" sldId="266"/>
            <ac:spMk id="29" creationId="{75FFA986-F099-A040-6165-F94C746FE6E3}"/>
          </ac:spMkLst>
        </pc:spChg>
        <pc:spChg chg="mod">
          <ac:chgData name="Gab Dion" userId="1f73da38b32d6ce1" providerId="LiveId" clId="{DDEFE885-D3C2-45A2-AD00-5CAA2F429D4A}" dt="2026-07-03T01:30:36.119" v="361"/>
          <ac:spMkLst>
            <pc:docMk/>
            <pc:sldMk cId="3640511277" sldId="266"/>
            <ac:spMk id="30" creationId="{8985F5D4-F66B-9D1D-5660-B47695D0E87A}"/>
          </ac:spMkLst>
        </pc:spChg>
        <pc:spChg chg="mod">
          <ac:chgData name="Gab Dion" userId="1f73da38b32d6ce1" providerId="LiveId" clId="{DDEFE885-D3C2-45A2-AD00-5CAA2F429D4A}" dt="2026-07-03T01:30:36.119" v="361"/>
          <ac:spMkLst>
            <pc:docMk/>
            <pc:sldMk cId="3640511277" sldId="266"/>
            <ac:spMk id="31" creationId="{93BF2E9E-AF64-A313-FBC8-177A0C87448F}"/>
          </ac:spMkLst>
        </pc:spChg>
        <pc:spChg chg="mod">
          <ac:chgData name="Gab Dion" userId="1f73da38b32d6ce1" providerId="LiveId" clId="{DDEFE885-D3C2-45A2-AD00-5CAA2F429D4A}" dt="2026-07-03T01:30:36.119" v="361"/>
          <ac:spMkLst>
            <pc:docMk/>
            <pc:sldMk cId="3640511277" sldId="266"/>
            <ac:spMk id="32" creationId="{A51F9AF6-E27E-4408-274F-B636A71616DB}"/>
          </ac:spMkLst>
        </pc:spChg>
        <pc:spChg chg="mod">
          <ac:chgData name="Gab Dion" userId="1f73da38b32d6ce1" providerId="LiveId" clId="{DDEFE885-D3C2-45A2-AD00-5CAA2F429D4A}" dt="2026-07-03T01:30:36.119" v="361"/>
          <ac:spMkLst>
            <pc:docMk/>
            <pc:sldMk cId="3640511277" sldId="266"/>
            <ac:spMk id="36" creationId="{852C5C6B-5931-BB31-8F31-D2C6379D6B40}"/>
          </ac:spMkLst>
        </pc:spChg>
        <pc:spChg chg="mod">
          <ac:chgData name="Gab Dion" userId="1f73da38b32d6ce1" providerId="LiveId" clId="{DDEFE885-D3C2-45A2-AD00-5CAA2F429D4A}" dt="2026-07-03T01:30:36.119" v="361"/>
          <ac:spMkLst>
            <pc:docMk/>
            <pc:sldMk cId="3640511277" sldId="266"/>
            <ac:spMk id="37" creationId="{7762854D-EB9B-1CAF-EB21-734725AFA823}"/>
          </ac:spMkLst>
        </pc:spChg>
        <pc:spChg chg="mod">
          <ac:chgData name="Gab Dion" userId="1f73da38b32d6ce1" providerId="LiveId" clId="{DDEFE885-D3C2-45A2-AD00-5CAA2F429D4A}" dt="2026-07-03T01:31:02.628" v="372" actId="207"/>
          <ac:spMkLst>
            <pc:docMk/>
            <pc:sldMk cId="3640511277" sldId="266"/>
            <ac:spMk id="39" creationId="{8A7F4F31-A13A-2402-C387-F0724E233B5C}"/>
          </ac:spMkLst>
        </pc:spChg>
        <pc:spChg chg="mod">
          <ac:chgData name="Gab Dion" userId="1f73da38b32d6ce1" providerId="LiveId" clId="{DDEFE885-D3C2-45A2-AD00-5CAA2F429D4A}" dt="2026-07-03T01:30:48.139" v="366"/>
          <ac:spMkLst>
            <pc:docMk/>
            <pc:sldMk cId="3640511277" sldId="266"/>
            <ac:spMk id="40" creationId="{8C112494-A930-8045-3EEC-3D0331C3FF73}"/>
          </ac:spMkLst>
        </pc:spChg>
        <pc:spChg chg="mod">
          <ac:chgData name="Gab Dion" userId="1f73da38b32d6ce1" providerId="LiveId" clId="{DDEFE885-D3C2-45A2-AD00-5CAA2F429D4A}" dt="2026-07-03T01:30:48.139" v="366"/>
          <ac:spMkLst>
            <pc:docMk/>
            <pc:sldMk cId="3640511277" sldId="266"/>
            <ac:spMk id="41" creationId="{6221D3EF-48C9-0DBA-B216-AEE402296C1C}"/>
          </ac:spMkLst>
        </pc:spChg>
        <pc:spChg chg="mod">
          <ac:chgData name="Gab Dion" userId="1f73da38b32d6ce1" providerId="LiveId" clId="{DDEFE885-D3C2-45A2-AD00-5CAA2F429D4A}" dt="2026-07-03T01:30:48.139" v="366"/>
          <ac:spMkLst>
            <pc:docMk/>
            <pc:sldMk cId="3640511277" sldId="266"/>
            <ac:spMk id="42" creationId="{31F09CCE-9BE0-7F01-B800-C2FE4FDF1CEC}"/>
          </ac:spMkLst>
        </pc:spChg>
        <pc:spChg chg="mod">
          <ac:chgData name="Gab Dion" userId="1f73da38b32d6ce1" providerId="LiveId" clId="{DDEFE885-D3C2-45A2-AD00-5CAA2F429D4A}" dt="2026-07-03T01:30:48.139" v="366"/>
          <ac:spMkLst>
            <pc:docMk/>
            <pc:sldMk cId="3640511277" sldId="266"/>
            <ac:spMk id="46" creationId="{19294457-DA52-8BF0-8065-B09611110459}"/>
          </ac:spMkLst>
        </pc:spChg>
        <pc:spChg chg="mod">
          <ac:chgData name="Gab Dion" userId="1f73da38b32d6ce1" providerId="LiveId" clId="{DDEFE885-D3C2-45A2-AD00-5CAA2F429D4A}" dt="2026-07-03T01:30:48.139" v="366"/>
          <ac:spMkLst>
            <pc:docMk/>
            <pc:sldMk cId="3640511277" sldId="266"/>
            <ac:spMk id="47" creationId="{1C12BD18-C293-8E8B-A1EE-E2FD31252B5D}"/>
          </ac:spMkLst>
        </pc:spChg>
        <pc:spChg chg="mod ord">
          <ac:chgData name="Gab Dion" userId="1f73da38b32d6ce1" providerId="LiveId" clId="{DDEFE885-D3C2-45A2-AD00-5CAA2F429D4A}" dt="2026-07-03T01:26:45.718" v="65" actId="207"/>
          <ac:spMkLst>
            <pc:docMk/>
            <pc:sldMk cId="3640511277" sldId="266"/>
            <ac:spMk id="100" creationId="{00000000-0000-0000-0000-000000000000}"/>
          </ac:spMkLst>
        </pc:spChg>
        <pc:spChg chg="mod ord">
          <ac:chgData name="Gab Dion" userId="1f73da38b32d6ce1" providerId="LiveId" clId="{DDEFE885-D3C2-45A2-AD00-5CAA2F429D4A}" dt="2026-07-03T01:25:27.392" v="56" actId="166"/>
          <ac:spMkLst>
            <pc:docMk/>
            <pc:sldMk cId="3640511277" sldId="266"/>
            <ac:spMk id="104" creationId="{00000000-0000-0000-0000-000000000000}"/>
          </ac:spMkLst>
        </pc:spChg>
        <pc:spChg chg="mod ord">
          <ac:chgData name="Gab Dion" userId="1f73da38b32d6ce1" providerId="LiveId" clId="{DDEFE885-D3C2-45A2-AD00-5CAA2F429D4A}" dt="2026-07-03T01:25:27.392" v="56" actId="166"/>
          <ac:spMkLst>
            <pc:docMk/>
            <pc:sldMk cId="3640511277" sldId="266"/>
            <ac:spMk id="105" creationId="{00000000-0000-0000-0000-000000000000}"/>
          </ac:spMkLst>
        </pc:spChg>
        <pc:spChg chg="mod ord">
          <ac:chgData name="Gab Dion" userId="1f73da38b32d6ce1" providerId="LiveId" clId="{DDEFE885-D3C2-45A2-AD00-5CAA2F429D4A}" dt="2026-07-03T01:25:02.896" v="55" actId="166"/>
          <ac:spMkLst>
            <pc:docMk/>
            <pc:sldMk cId="3640511277" sldId="266"/>
            <ac:spMk id="106" creationId="{00000000-0000-0000-0000-000000000000}"/>
          </ac:spMkLst>
        </pc:spChg>
        <pc:spChg chg="mod ord">
          <ac:chgData name="Gab Dion" userId="1f73da38b32d6ce1" providerId="LiveId" clId="{DDEFE885-D3C2-45A2-AD00-5CAA2F429D4A}" dt="2026-07-03T01:25:02.896" v="55" actId="166"/>
          <ac:spMkLst>
            <pc:docMk/>
            <pc:sldMk cId="3640511277" sldId="266"/>
            <ac:spMk id="107" creationId="{00000000-0000-0000-0000-000000000000}"/>
          </ac:spMkLst>
        </pc:spChg>
        <pc:spChg chg="mod ord">
          <ac:chgData name="Gab Dion" userId="1f73da38b32d6ce1" providerId="LiveId" clId="{DDEFE885-D3C2-45A2-AD00-5CAA2F429D4A}" dt="2026-07-03T01:25:02.896" v="55" actId="166"/>
          <ac:spMkLst>
            <pc:docMk/>
            <pc:sldMk cId="3640511277" sldId="266"/>
            <ac:spMk id="108" creationId="{00000000-0000-0000-0000-000000000000}"/>
          </ac:spMkLst>
        </pc:spChg>
        <pc:grpChg chg="add del mod ord">
          <ac:chgData name="Gab Dion" userId="1f73da38b32d6ce1" providerId="LiveId" clId="{DDEFE885-D3C2-45A2-AD00-5CAA2F429D4A}" dt="2026-07-03T01:27:29.877" v="70" actId="478"/>
          <ac:grpSpMkLst>
            <pc:docMk/>
            <pc:sldMk cId="3640511277" sldId="266"/>
            <ac:grpSpMk id="6" creationId="{F73C94C7-E1E1-4028-09F4-289331C7526A}"/>
          </ac:grpSpMkLst>
        </pc:grpChg>
        <pc:grpChg chg="add mod">
          <ac:chgData name="Gab Dion" userId="1f73da38b32d6ce1" providerId="LiveId" clId="{DDEFE885-D3C2-45A2-AD00-5CAA2F429D4A}" dt="2026-07-03T01:26:19.557" v="62" actId="1076"/>
          <ac:grpSpMkLst>
            <pc:docMk/>
            <pc:sldMk cId="3640511277" sldId="266"/>
            <ac:grpSpMk id="7" creationId="{8AA2E2FB-E6FF-3618-C0FE-054E2D46681A}"/>
          </ac:grpSpMkLst>
        </pc:grpChg>
        <pc:grpChg chg="add mod">
          <ac:chgData name="Gab Dion" userId="1f73da38b32d6ce1" providerId="LiveId" clId="{DDEFE885-D3C2-45A2-AD00-5CAA2F429D4A}" dt="2026-07-03T01:27:44.840" v="71"/>
          <ac:grpSpMkLst>
            <pc:docMk/>
            <pc:sldMk cId="3640511277" sldId="266"/>
            <ac:grpSpMk id="17" creationId="{C9A8E886-0A01-C5DF-E95D-9ADEB89D7DBC}"/>
          </ac:grpSpMkLst>
        </pc:grpChg>
        <pc:grpChg chg="add mod">
          <ac:chgData name="Gab Dion" userId="1f73da38b32d6ce1" providerId="LiveId" clId="{DDEFE885-D3C2-45A2-AD00-5CAA2F429D4A}" dt="2026-07-03T01:30:38.005" v="362" actId="1076"/>
          <ac:grpSpMkLst>
            <pc:docMk/>
            <pc:sldMk cId="3640511277" sldId="266"/>
            <ac:grpSpMk id="28" creationId="{D55D1DBE-2922-5E85-78E2-61A288B5992F}"/>
          </ac:grpSpMkLst>
        </pc:grpChg>
        <pc:grpChg chg="add mod">
          <ac:chgData name="Gab Dion" userId="1f73da38b32d6ce1" providerId="LiveId" clId="{DDEFE885-D3C2-45A2-AD00-5CAA2F429D4A}" dt="2026-07-03T01:31:09.464" v="373" actId="1076"/>
          <ac:grpSpMkLst>
            <pc:docMk/>
            <pc:sldMk cId="3640511277" sldId="266"/>
            <ac:grpSpMk id="38" creationId="{D6E88CA8-E480-4CAD-B131-02BC657AD414}"/>
          </ac:grpSpMkLst>
        </pc:grpChg>
        <pc:cxnChg chg="add mod ord">
          <ac:chgData name="Gab Dion" userId="1f73da38b32d6ce1" providerId="LiveId" clId="{DDEFE885-D3C2-45A2-AD00-5CAA2F429D4A}" dt="2026-07-03T01:25:27.392" v="56" actId="166"/>
          <ac:cxnSpMkLst>
            <pc:docMk/>
            <pc:sldMk cId="3640511277" sldId="266"/>
            <ac:cxnSpMk id="2" creationId="{5C45023B-8896-D09E-5C17-E5D9ACC122FF}"/>
          </ac:cxnSpMkLst>
        </pc:cxnChg>
        <pc:cxnChg chg="mod ord">
          <ac:chgData name="Gab Dion" userId="1f73da38b32d6ce1" providerId="LiveId" clId="{DDEFE885-D3C2-45A2-AD00-5CAA2F429D4A}" dt="2026-07-03T01:25:27.392" v="56" actId="166"/>
          <ac:cxnSpMkLst>
            <pc:docMk/>
            <pc:sldMk cId="3640511277" sldId="266"/>
            <ac:cxnSpMk id="3" creationId="{ECB146DE-0694-5874-C61F-B30640005FD4}"/>
          </ac:cxnSpMkLst>
        </pc:cxnChg>
        <pc:cxnChg chg="mod ord">
          <ac:chgData name="Gab Dion" userId="1f73da38b32d6ce1" providerId="LiveId" clId="{DDEFE885-D3C2-45A2-AD00-5CAA2F429D4A}" dt="2026-07-03T01:25:27.392" v="56" actId="166"/>
          <ac:cxnSpMkLst>
            <pc:docMk/>
            <pc:sldMk cId="3640511277" sldId="266"/>
            <ac:cxnSpMk id="4" creationId="{3AFD42B1-41AE-DD19-DC57-063A1EA424E3}"/>
          </ac:cxnSpMkLst>
        </pc:cxnChg>
        <pc:cxnChg chg="mod">
          <ac:chgData name="Gab Dion" userId="1f73da38b32d6ce1" providerId="LiveId" clId="{DDEFE885-D3C2-45A2-AD00-5CAA2F429D4A}" dt="2026-07-03T01:26:16.906" v="61"/>
          <ac:cxnSpMkLst>
            <pc:docMk/>
            <pc:sldMk cId="3640511277" sldId="266"/>
            <ac:cxnSpMk id="12" creationId="{7557CE5C-76F0-F3AF-0809-4554F49BD207}"/>
          </ac:cxnSpMkLst>
        </pc:cxnChg>
        <pc:cxnChg chg="mod">
          <ac:chgData name="Gab Dion" userId="1f73da38b32d6ce1" providerId="LiveId" clId="{DDEFE885-D3C2-45A2-AD00-5CAA2F429D4A}" dt="2026-07-03T01:26:16.906" v="61"/>
          <ac:cxnSpMkLst>
            <pc:docMk/>
            <pc:sldMk cId="3640511277" sldId="266"/>
            <ac:cxnSpMk id="13" creationId="{2A268FB5-F882-322B-B2F3-8E07C4B2E2AF}"/>
          </ac:cxnSpMkLst>
        </pc:cxnChg>
        <pc:cxnChg chg="mod">
          <ac:chgData name="Gab Dion" userId="1f73da38b32d6ce1" providerId="LiveId" clId="{DDEFE885-D3C2-45A2-AD00-5CAA2F429D4A}" dt="2026-07-03T01:26:16.906" v="61"/>
          <ac:cxnSpMkLst>
            <pc:docMk/>
            <pc:sldMk cId="3640511277" sldId="266"/>
            <ac:cxnSpMk id="14" creationId="{2D8DEDDE-4F2C-5CF2-EB28-209C61D01DE6}"/>
          </ac:cxnSpMkLst>
        </pc:cxnChg>
        <pc:cxnChg chg="mod">
          <ac:chgData name="Gab Dion" userId="1f73da38b32d6ce1" providerId="LiveId" clId="{DDEFE885-D3C2-45A2-AD00-5CAA2F429D4A}" dt="2026-07-03T01:27:44.840" v="71"/>
          <ac:cxnSpMkLst>
            <pc:docMk/>
            <pc:sldMk cId="3640511277" sldId="266"/>
            <ac:cxnSpMk id="22" creationId="{909CECAF-AE84-CEFE-9AD6-4B5F89584B23}"/>
          </ac:cxnSpMkLst>
        </pc:cxnChg>
        <pc:cxnChg chg="mod">
          <ac:chgData name="Gab Dion" userId="1f73da38b32d6ce1" providerId="LiveId" clId="{DDEFE885-D3C2-45A2-AD00-5CAA2F429D4A}" dt="2026-07-03T01:27:44.840" v="71"/>
          <ac:cxnSpMkLst>
            <pc:docMk/>
            <pc:sldMk cId="3640511277" sldId="266"/>
            <ac:cxnSpMk id="23" creationId="{69FD92D7-DE04-8A37-22C3-D2EDCEA4BE32}"/>
          </ac:cxnSpMkLst>
        </pc:cxnChg>
        <pc:cxnChg chg="mod">
          <ac:chgData name="Gab Dion" userId="1f73da38b32d6ce1" providerId="LiveId" clId="{DDEFE885-D3C2-45A2-AD00-5CAA2F429D4A}" dt="2026-07-03T01:27:44.840" v="71"/>
          <ac:cxnSpMkLst>
            <pc:docMk/>
            <pc:sldMk cId="3640511277" sldId="266"/>
            <ac:cxnSpMk id="24" creationId="{75997FD6-0BCD-8945-8344-DAE50B7D92FE}"/>
          </ac:cxnSpMkLst>
        </pc:cxnChg>
        <pc:cxnChg chg="mod">
          <ac:chgData name="Gab Dion" userId="1f73da38b32d6ce1" providerId="LiveId" clId="{DDEFE885-D3C2-45A2-AD00-5CAA2F429D4A}" dt="2026-07-03T01:32:22.523" v="374" actId="208"/>
          <ac:cxnSpMkLst>
            <pc:docMk/>
            <pc:sldMk cId="3640511277" sldId="266"/>
            <ac:cxnSpMk id="33" creationId="{FEA7334A-B316-7E3D-2FF8-9A94A98A907F}"/>
          </ac:cxnSpMkLst>
        </pc:cxnChg>
        <pc:cxnChg chg="mod">
          <ac:chgData name="Gab Dion" userId="1f73da38b32d6ce1" providerId="LiveId" clId="{DDEFE885-D3C2-45A2-AD00-5CAA2F429D4A}" dt="2026-07-03T01:32:22.523" v="374" actId="208"/>
          <ac:cxnSpMkLst>
            <pc:docMk/>
            <pc:sldMk cId="3640511277" sldId="266"/>
            <ac:cxnSpMk id="34" creationId="{9D1325F5-A74D-9CCB-DB7B-52A1E63E64F1}"/>
          </ac:cxnSpMkLst>
        </pc:cxnChg>
        <pc:cxnChg chg="mod">
          <ac:chgData name="Gab Dion" userId="1f73da38b32d6ce1" providerId="LiveId" clId="{DDEFE885-D3C2-45A2-AD00-5CAA2F429D4A}" dt="2026-07-03T01:32:22.523" v="374" actId="208"/>
          <ac:cxnSpMkLst>
            <pc:docMk/>
            <pc:sldMk cId="3640511277" sldId="266"/>
            <ac:cxnSpMk id="35" creationId="{7A261022-520A-C060-4B3A-34E2523B5564}"/>
          </ac:cxnSpMkLst>
        </pc:cxnChg>
        <pc:cxnChg chg="mod">
          <ac:chgData name="Gab Dion" userId="1f73da38b32d6ce1" providerId="LiveId" clId="{DDEFE885-D3C2-45A2-AD00-5CAA2F429D4A}" dt="2026-07-03T01:30:48.139" v="366"/>
          <ac:cxnSpMkLst>
            <pc:docMk/>
            <pc:sldMk cId="3640511277" sldId="266"/>
            <ac:cxnSpMk id="43" creationId="{1C347F72-A692-1A86-99DF-48F7BB11779F}"/>
          </ac:cxnSpMkLst>
        </pc:cxnChg>
        <pc:cxnChg chg="mod">
          <ac:chgData name="Gab Dion" userId="1f73da38b32d6ce1" providerId="LiveId" clId="{DDEFE885-D3C2-45A2-AD00-5CAA2F429D4A}" dt="2026-07-03T01:30:48.139" v="366"/>
          <ac:cxnSpMkLst>
            <pc:docMk/>
            <pc:sldMk cId="3640511277" sldId="266"/>
            <ac:cxnSpMk id="44" creationId="{7F9ABFD0-54B5-B880-6835-0F6BA6BC665F}"/>
          </ac:cxnSpMkLst>
        </pc:cxnChg>
        <pc:cxnChg chg="mod">
          <ac:chgData name="Gab Dion" userId="1f73da38b32d6ce1" providerId="LiveId" clId="{DDEFE885-D3C2-45A2-AD00-5CAA2F429D4A}" dt="2026-07-03T01:30:48.139" v="366"/>
          <ac:cxnSpMkLst>
            <pc:docMk/>
            <pc:sldMk cId="3640511277" sldId="266"/>
            <ac:cxnSpMk id="45" creationId="{AD69D067-A3BD-4B46-BEE3-EACC5892AD9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AA6A-EBAC-D296-1FA0-7773A5E86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E4F96-09CD-4989-A93F-29767A045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CAB9-3BA6-64B4-01E1-A413667B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79EE5-2205-A7A0-C41B-55272634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40DFC-F1B8-51C5-1224-26B76E74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622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E5C2-D7A7-D6C6-54AD-73D6DDF9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BD50-B0D6-23C0-4A11-1FF5F27D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33A14-AB7D-4F62-69B8-5CC9936A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9BC9D-80A1-68E2-1E40-DA6C7873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0BC9-FCD5-8922-50F1-F1BDE212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186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CB67-FA28-FC8B-0812-D7B622E6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CB391-4F7A-5901-09FD-F0302144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DBA1-4347-DAFC-2A3F-C7321C0A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8BD71-1B1F-D208-FE23-67790718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056F2-1FE2-556C-1066-2F32509E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383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C14D-28FF-1A4F-D17D-EEDF5062A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5E53-9E52-22DE-9B19-3A1303DEC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EA18D-357C-E72A-A99D-7E24260BC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FFB54-8913-24A9-E3AA-94AA2D39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B5772-1BB0-23BE-67C5-5198547D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5A4E8-44F7-6204-8023-DA507119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923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2594-E7D1-E823-1709-FD2EA6BA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A444F-EF62-AD2D-A9DD-E16CF9175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CC5B4-EA68-7D0B-28C9-EC5439B30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58CCA-80AF-E8D5-21FA-8151400F4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F11BF-F47E-F865-F02D-FAC7DE6AE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DDE29-CAA4-D27C-2B0A-4896E454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75132-B2E0-06AF-5429-05C90CEF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DB83F6-4376-8698-B435-B63F9ACB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327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90F9-B49A-A63B-3A79-2486800B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5C736-8895-8E19-C48E-F6EA340F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AF071-E971-A481-7B08-965E167C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0C4B6-7F8B-0107-FB54-21E2DA5A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674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49D4B-FBDB-CDD0-0EFA-A368BF41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41625-35E9-5FD6-08C5-DB0C3BD8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E671E-8D65-B1F4-FB48-55A26439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357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6B73-953A-9A52-DC8C-9253B2B8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99EE8-7C86-B4FE-B08D-94682F535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35267-BBC2-BCFE-2F47-A97C1D6C0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DE0FE-8621-5624-B3BD-00F453E3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14746-5214-BC1A-D199-41BA6BEA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21B49-6865-4BF6-F6E0-022B5CFF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655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76E3-6318-4D1C-097C-5479A3C0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0850A-C6C9-F9CB-14C6-182BA983F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3268B-9056-4A9E-F122-46F792A24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02F34-3F05-640C-284D-31D8B3FE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1DE8B-55EC-A03F-965E-E670557C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CB2AD-8826-2D25-F519-84F09B9E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532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1827-55EC-C8DA-CF8C-3339E91F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09D6A-BBB1-6413-57BC-DBF2CBFB5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74ED4-9839-96F2-CEBA-BE5C1F73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6497E-DB4C-E538-71FC-F06617AE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9B0C8-5295-8A5D-147C-C8DE25EFB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890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3FF54-3BE7-B2F1-7405-60B2B5B6C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83A13-271D-893C-2EF5-A553D19B7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7B41A-EB75-7EA6-DE04-2F9B19C1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833D4-08FC-D937-6D4F-9ABEA27D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B9E98-FE87-DCB3-8CA6-474CC9DB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90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B8968-EDD2-263F-AA5F-BBB2CF6F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C664D-9110-9D1B-72CB-7DAED5AB1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6A941-D029-5BCE-47FD-D1B3ECD71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A07CC-76DD-4BC6-82D6-D47EDDB5A15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B768F-3805-B477-F0DB-973DCB4D1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6A0A2-CD1C-A01D-D89C-18F674811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AAE03-32F2-4602-AC8D-9B949A9DC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478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A786ED-7707-A4AD-DAFB-4B02E1A92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5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40C5F1-A8DB-3EC7-60F5-D6648C4B2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6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lbl"/>
          <p:cNvSpPr/>
          <p:nvPr/>
        </p:nvSpPr>
        <p:spPr>
          <a:xfrm>
            <a:off x="508000" y="355600"/>
            <a:ext cx="5080000" cy="381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333A45"/>
                </a:solidFill>
              </a:rPr>
              <a:t>Slide 1 · Logo 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A2E2FB-E6FF-3618-C0FE-054E2D46681A}"/>
              </a:ext>
            </a:extLst>
          </p:cNvPr>
          <p:cNvGrpSpPr/>
          <p:nvPr/>
        </p:nvGrpSpPr>
        <p:grpSpPr>
          <a:xfrm>
            <a:off x="2591263" y="2817447"/>
            <a:ext cx="1145915" cy="1069715"/>
            <a:chOff x="4318000" y="1651000"/>
            <a:chExt cx="3556000" cy="3556000"/>
          </a:xfrm>
        </p:grpSpPr>
        <p:sp>
          <p:nvSpPr>
            <p:cNvPr id="8" name="dot100">
              <a:extLst>
                <a:ext uri="{FF2B5EF4-FFF2-40B4-BE49-F238E27FC236}">
                  <a16:creationId xmlns:a16="http://schemas.microsoft.com/office/drawing/2014/main" id="{812EB742-201D-2EA8-89C0-651BE2B44B61}"/>
                </a:ext>
              </a:extLst>
            </p:cNvPr>
            <p:cNvSpPr/>
            <p:nvPr/>
          </p:nvSpPr>
          <p:spPr>
            <a:xfrm>
              <a:off x="4318000" y="1651000"/>
              <a:ext cx="3556000" cy="3556000"/>
            </a:xfrm>
            <a:prstGeom prst="ellipse">
              <a:avLst/>
            </a:prstGeom>
            <a:gradFill>
              <a:gsLst>
                <a:gs pos="48000">
                  <a:schemeClr val="tx2">
                    <a:lumMod val="10000"/>
                    <a:lumOff val="90000"/>
                  </a:schemeClr>
                </a:gs>
                <a:gs pos="56000">
                  <a:schemeClr val="accent2">
                    <a:lumMod val="20000"/>
                    <a:lumOff val="80000"/>
                  </a:schemeClr>
                </a:gs>
              </a:gsLst>
              <a:lin ang="7800000" scaled="0"/>
            </a:gradFill>
            <a:ln w="57150" cap="rnd">
              <a:solidFill>
                <a:srgbClr val="333A45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dot106">
              <a:extLst>
                <a:ext uri="{FF2B5EF4-FFF2-40B4-BE49-F238E27FC236}">
                  <a16:creationId xmlns:a16="http://schemas.microsoft.com/office/drawing/2014/main" id="{4C7FDB2F-66BD-3F4D-34A4-4DA19D4BB376}"/>
                </a:ext>
              </a:extLst>
            </p:cNvPr>
            <p:cNvSpPr/>
            <p:nvPr/>
          </p:nvSpPr>
          <p:spPr>
            <a:xfrm>
              <a:off x="5448582" y="2321907"/>
              <a:ext cx="558575" cy="598365"/>
            </a:xfrm>
            <a:prstGeom prst="ellipse">
              <a:avLst/>
            </a:prstGeom>
            <a:solidFill>
              <a:srgbClr val="CB3C3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dot107">
              <a:extLst>
                <a:ext uri="{FF2B5EF4-FFF2-40B4-BE49-F238E27FC236}">
                  <a16:creationId xmlns:a16="http://schemas.microsoft.com/office/drawing/2014/main" id="{CD52CF05-FF31-D1B2-A9A2-6041DBC0641A}"/>
                </a:ext>
              </a:extLst>
            </p:cNvPr>
            <p:cNvSpPr/>
            <p:nvPr/>
          </p:nvSpPr>
          <p:spPr>
            <a:xfrm>
              <a:off x="6197600" y="2321907"/>
              <a:ext cx="558575" cy="598365"/>
            </a:xfrm>
            <a:prstGeom prst="ellipse">
              <a:avLst/>
            </a:prstGeom>
            <a:solidFill>
              <a:srgbClr val="9558B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dot108">
              <a:extLst>
                <a:ext uri="{FF2B5EF4-FFF2-40B4-BE49-F238E27FC236}">
                  <a16:creationId xmlns:a16="http://schemas.microsoft.com/office/drawing/2014/main" id="{069788D7-5D72-96FF-876D-2EF0E93A29BD}"/>
                </a:ext>
              </a:extLst>
            </p:cNvPr>
            <p:cNvSpPr/>
            <p:nvPr/>
          </p:nvSpPr>
          <p:spPr>
            <a:xfrm>
              <a:off x="5816711" y="1785669"/>
              <a:ext cx="558575" cy="598365"/>
            </a:xfrm>
            <a:prstGeom prst="ellipse">
              <a:avLst/>
            </a:prstGeom>
            <a:solidFill>
              <a:srgbClr val="38982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57CE5C-76F0-F3AF-0809-4554F49BD207}"/>
                </a:ext>
              </a:extLst>
            </p:cNvPr>
            <p:cNvCxnSpPr>
              <a:cxnSpLocks/>
            </p:cNvCxnSpPr>
            <p:nvPr/>
          </p:nvCxnSpPr>
          <p:spPr>
            <a:xfrm>
              <a:off x="4566000" y="3079750"/>
              <a:ext cx="306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268FB5-F882-322B-B2F3-8E07C4B2E2AF}"/>
                </a:ext>
              </a:extLst>
            </p:cNvPr>
            <p:cNvCxnSpPr>
              <a:cxnSpLocks/>
            </p:cNvCxnSpPr>
            <p:nvPr/>
          </p:nvCxnSpPr>
          <p:spPr>
            <a:xfrm>
              <a:off x="4926000" y="3371850"/>
              <a:ext cx="234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D8DEDDE-4F2C-5CF2-EB28-209C61D01DE6}"/>
                </a:ext>
              </a:extLst>
            </p:cNvPr>
            <p:cNvCxnSpPr>
              <a:cxnSpLocks/>
            </p:cNvCxnSpPr>
            <p:nvPr/>
          </p:nvCxnSpPr>
          <p:spPr>
            <a:xfrm>
              <a:off x="5286000" y="3734112"/>
              <a:ext cx="162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ube104">
              <a:extLst>
                <a:ext uri="{FF2B5EF4-FFF2-40B4-BE49-F238E27FC236}">
                  <a16:creationId xmlns:a16="http://schemas.microsoft.com/office/drawing/2014/main" id="{4466560E-6507-B5B1-878C-D5627916B8C2}"/>
                </a:ext>
              </a:extLst>
            </p:cNvPr>
            <p:cNvSpPr/>
            <p:nvPr/>
          </p:nvSpPr>
          <p:spPr>
            <a:xfrm>
              <a:off x="5930900" y="3149600"/>
              <a:ext cx="330200" cy="1778000"/>
            </a:xfrm>
            <a:custGeom>
              <a:avLst/>
              <a:gdLst/>
              <a:ahLst/>
              <a:cxnLst/>
              <a:rect l="0" t="0" r="330200" b="1778000"/>
              <a:pathLst>
                <a:path w="330200" h="1778000" fill="none">
                  <a:moveTo>
                    <a:pt x="0" y="0"/>
                  </a:moveTo>
                  <a:lnTo>
                    <a:pt x="0" y="1612900"/>
                  </a:lnTo>
                  <a:cubicBezTo>
                    <a:pt x="0" y="1704085"/>
                    <a:pt x="73915" y="1778000"/>
                    <a:pt x="165100" y="1778000"/>
                  </a:cubicBezTo>
                </a:path>
              </a:pathLst>
            </a:custGeom>
            <a:noFill/>
            <a:ln w="63500" cap="rnd">
              <a:solidFill>
                <a:srgbClr val="4063D8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ube105">
              <a:extLst>
                <a:ext uri="{FF2B5EF4-FFF2-40B4-BE49-F238E27FC236}">
                  <a16:creationId xmlns:a16="http://schemas.microsoft.com/office/drawing/2014/main" id="{D60D6F15-EFBF-E482-BA82-FB98A3697E5B}"/>
                </a:ext>
              </a:extLst>
            </p:cNvPr>
            <p:cNvSpPr/>
            <p:nvPr/>
          </p:nvSpPr>
          <p:spPr>
            <a:xfrm>
              <a:off x="5930900" y="3149600"/>
              <a:ext cx="330200" cy="1778000"/>
            </a:xfrm>
            <a:custGeom>
              <a:avLst/>
              <a:gdLst/>
              <a:ahLst/>
              <a:cxnLst/>
              <a:rect l="0" t="0" r="330200" b="1778000"/>
              <a:pathLst>
                <a:path w="330200" h="1778000" fill="none">
                  <a:moveTo>
                    <a:pt x="330200" y="0"/>
                  </a:moveTo>
                  <a:lnTo>
                    <a:pt x="330200" y="1612900"/>
                  </a:lnTo>
                  <a:cubicBezTo>
                    <a:pt x="330200" y="1704085"/>
                    <a:pt x="256285" y="1778000"/>
                    <a:pt x="165100" y="1778000"/>
                  </a:cubicBezTo>
                </a:path>
              </a:pathLst>
            </a:custGeom>
            <a:noFill/>
            <a:ln w="63500" cap="rnd">
              <a:solidFill>
                <a:srgbClr val="CB3C33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5D1DBE-2922-5E85-78E2-61A288B5992F}"/>
              </a:ext>
            </a:extLst>
          </p:cNvPr>
          <p:cNvGrpSpPr/>
          <p:nvPr/>
        </p:nvGrpSpPr>
        <p:grpSpPr>
          <a:xfrm>
            <a:off x="3865078" y="2817447"/>
            <a:ext cx="1145915" cy="1069715"/>
            <a:chOff x="4318000" y="1651000"/>
            <a:chExt cx="3556000" cy="3556000"/>
          </a:xfrm>
        </p:grpSpPr>
        <p:sp>
          <p:nvSpPr>
            <p:cNvPr id="29" name="dot100">
              <a:extLst>
                <a:ext uri="{FF2B5EF4-FFF2-40B4-BE49-F238E27FC236}">
                  <a16:creationId xmlns:a16="http://schemas.microsoft.com/office/drawing/2014/main" id="{75FFA986-F099-A040-6165-F94C746FE6E3}"/>
                </a:ext>
              </a:extLst>
            </p:cNvPr>
            <p:cNvSpPr/>
            <p:nvPr/>
          </p:nvSpPr>
          <p:spPr>
            <a:xfrm>
              <a:off x="4318000" y="1651000"/>
              <a:ext cx="3556000" cy="3556000"/>
            </a:xfrm>
            <a:prstGeom prst="ellipse">
              <a:avLst/>
            </a:prstGeom>
            <a:noFill/>
            <a:ln w="571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dot106">
              <a:extLst>
                <a:ext uri="{FF2B5EF4-FFF2-40B4-BE49-F238E27FC236}">
                  <a16:creationId xmlns:a16="http://schemas.microsoft.com/office/drawing/2014/main" id="{8985F5D4-F66B-9D1D-5660-B47695D0E87A}"/>
                </a:ext>
              </a:extLst>
            </p:cNvPr>
            <p:cNvSpPr/>
            <p:nvPr/>
          </p:nvSpPr>
          <p:spPr>
            <a:xfrm>
              <a:off x="5448582" y="2321907"/>
              <a:ext cx="558575" cy="598365"/>
            </a:xfrm>
            <a:prstGeom prst="ellipse">
              <a:avLst/>
            </a:prstGeom>
            <a:solidFill>
              <a:srgbClr val="CB3C3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dot107">
              <a:extLst>
                <a:ext uri="{FF2B5EF4-FFF2-40B4-BE49-F238E27FC236}">
                  <a16:creationId xmlns:a16="http://schemas.microsoft.com/office/drawing/2014/main" id="{93BF2E9E-AF64-A313-FBC8-177A0C87448F}"/>
                </a:ext>
              </a:extLst>
            </p:cNvPr>
            <p:cNvSpPr/>
            <p:nvPr/>
          </p:nvSpPr>
          <p:spPr>
            <a:xfrm>
              <a:off x="6197600" y="2321907"/>
              <a:ext cx="558575" cy="598365"/>
            </a:xfrm>
            <a:prstGeom prst="ellipse">
              <a:avLst/>
            </a:prstGeom>
            <a:solidFill>
              <a:srgbClr val="9558B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dot108">
              <a:extLst>
                <a:ext uri="{FF2B5EF4-FFF2-40B4-BE49-F238E27FC236}">
                  <a16:creationId xmlns:a16="http://schemas.microsoft.com/office/drawing/2014/main" id="{A51F9AF6-E27E-4408-274F-B636A71616DB}"/>
                </a:ext>
              </a:extLst>
            </p:cNvPr>
            <p:cNvSpPr/>
            <p:nvPr/>
          </p:nvSpPr>
          <p:spPr>
            <a:xfrm>
              <a:off x="5816711" y="1785669"/>
              <a:ext cx="558575" cy="598365"/>
            </a:xfrm>
            <a:prstGeom prst="ellipse">
              <a:avLst/>
            </a:prstGeom>
            <a:solidFill>
              <a:srgbClr val="38982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EA7334A-B316-7E3D-2FF8-9A94A98A907F}"/>
                </a:ext>
              </a:extLst>
            </p:cNvPr>
            <p:cNvCxnSpPr>
              <a:cxnSpLocks/>
            </p:cNvCxnSpPr>
            <p:nvPr/>
          </p:nvCxnSpPr>
          <p:spPr>
            <a:xfrm>
              <a:off x="4566000" y="3079750"/>
              <a:ext cx="306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D1325F5-A74D-9CCB-DB7B-52A1E63E64F1}"/>
                </a:ext>
              </a:extLst>
            </p:cNvPr>
            <p:cNvCxnSpPr>
              <a:cxnSpLocks/>
            </p:cNvCxnSpPr>
            <p:nvPr/>
          </p:nvCxnSpPr>
          <p:spPr>
            <a:xfrm>
              <a:off x="4926000" y="3371850"/>
              <a:ext cx="234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A261022-520A-C060-4B3A-34E2523B5564}"/>
                </a:ext>
              </a:extLst>
            </p:cNvPr>
            <p:cNvCxnSpPr>
              <a:cxnSpLocks/>
            </p:cNvCxnSpPr>
            <p:nvPr/>
          </p:nvCxnSpPr>
          <p:spPr>
            <a:xfrm>
              <a:off x="5286000" y="3734112"/>
              <a:ext cx="162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ube104">
              <a:extLst>
                <a:ext uri="{FF2B5EF4-FFF2-40B4-BE49-F238E27FC236}">
                  <a16:creationId xmlns:a16="http://schemas.microsoft.com/office/drawing/2014/main" id="{852C5C6B-5931-BB31-8F31-D2C6379D6B40}"/>
                </a:ext>
              </a:extLst>
            </p:cNvPr>
            <p:cNvSpPr/>
            <p:nvPr/>
          </p:nvSpPr>
          <p:spPr>
            <a:xfrm>
              <a:off x="5930900" y="3149600"/>
              <a:ext cx="330200" cy="1778000"/>
            </a:xfrm>
            <a:custGeom>
              <a:avLst/>
              <a:gdLst/>
              <a:ahLst/>
              <a:cxnLst/>
              <a:rect l="0" t="0" r="330200" b="1778000"/>
              <a:pathLst>
                <a:path w="330200" h="1778000" fill="none">
                  <a:moveTo>
                    <a:pt x="0" y="0"/>
                  </a:moveTo>
                  <a:lnTo>
                    <a:pt x="0" y="1612900"/>
                  </a:lnTo>
                  <a:cubicBezTo>
                    <a:pt x="0" y="1704085"/>
                    <a:pt x="73915" y="1778000"/>
                    <a:pt x="165100" y="1778000"/>
                  </a:cubicBezTo>
                </a:path>
              </a:pathLst>
            </a:custGeom>
            <a:noFill/>
            <a:ln w="63500" cap="rnd">
              <a:solidFill>
                <a:srgbClr val="4063D8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ube105">
              <a:extLst>
                <a:ext uri="{FF2B5EF4-FFF2-40B4-BE49-F238E27FC236}">
                  <a16:creationId xmlns:a16="http://schemas.microsoft.com/office/drawing/2014/main" id="{7762854D-EB9B-1CAF-EB21-734725AFA823}"/>
                </a:ext>
              </a:extLst>
            </p:cNvPr>
            <p:cNvSpPr/>
            <p:nvPr/>
          </p:nvSpPr>
          <p:spPr>
            <a:xfrm>
              <a:off x="5930900" y="3149600"/>
              <a:ext cx="330200" cy="1778000"/>
            </a:xfrm>
            <a:custGeom>
              <a:avLst/>
              <a:gdLst/>
              <a:ahLst/>
              <a:cxnLst/>
              <a:rect l="0" t="0" r="330200" b="1778000"/>
              <a:pathLst>
                <a:path w="330200" h="1778000" fill="none">
                  <a:moveTo>
                    <a:pt x="330200" y="0"/>
                  </a:moveTo>
                  <a:lnTo>
                    <a:pt x="330200" y="1612900"/>
                  </a:lnTo>
                  <a:cubicBezTo>
                    <a:pt x="330200" y="1704085"/>
                    <a:pt x="256285" y="1778000"/>
                    <a:pt x="165100" y="1778000"/>
                  </a:cubicBezTo>
                </a:path>
              </a:pathLst>
            </a:custGeom>
            <a:noFill/>
            <a:ln w="63500" cap="rnd">
              <a:solidFill>
                <a:srgbClr val="CB3C33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6E88CA8-E480-4CAD-B131-02BC657AD414}"/>
              </a:ext>
            </a:extLst>
          </p:cNvPr>
          <p:cNvGrpSpPr/>
          <p:nvPr/>
        </p:nvGrpSpPr>
        <p:grpSpPr>
          <a:xfrm>
            <a:off x="5314663" y="2817447"/>
            <a:ext cx="1145915" cy="1069715"/>
            <a:chOff x="4318000" y="1651000"/>
            <a:chExt cx="3556000" cy="3556000"/>
          </a:xfrm>
        </p:grpSpPr>
        <p:sp>
          <p:nvSpPr>
            <p:cNvPr id="39" name="dot100">
              <a:extLst>
                <a:ext uri="{FF2B5EF4-FFF2-40B4-BE49-F238E27FC236}">
                  <a16:creationId xmlns:a16="http://schemas.microsoft.com/office/drawing/2014/main" id="{8A7F4F31-A13A-2402-C387-F0724E233B5C}"/>
                </a:ext>
              </a:extLst>
            </p:cNvPr>
            <p:cNvSpPr/>
            <p:nvPr/>
          </p:nvSpPr>
          <p:spPr>
            <a:xfrm>
              <a:off x="4318000" y="1651000"/>
              <a:ext cx="3556000" cy="3556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57150" cap="rnd">
              <a:solidFill>
                <a:srgbClr val="333A45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dot106">
              <a:extLst>
                <a:ext uri="{FF2B5EF4-FFF2-40B4-BE49-F238E27FC236}">
                  <a16:creationId xmlns:a16="http://schemas.microsoft.com/office/drawing/2014/main" id="{8C112494-A930-8045-3EEC-3D0331C3FF73}"/>
                </a:ext>
              </a:extLst>
            </p:cNvPr>
            <p:cNvSpPr/>
            <p:nvPr/>
          </p:nvSpPr>
          <p:spPr>
            <a:xfrm>
              <a:off x="5448582" y="2321907"/>
              <a:ext cx="558575" cy="598365"/>
            </a:xfrm>
            <a:prstGeom prst="ellipse">
              <a:avLst/>
            </a:prstGeom>
            <a:solidFill>
              <a:srgbClr val="CB3C3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dot107">
              <a:extLst>
                <a:ext uri="{FF2B5EF4-FFF2-40B4-BE49-F238E27FC236}">
                  <a16:creationId xmlns:a16="http://schemas.microsoft.com/office/drawing/2014/main" id="{6221D3EF-48C9-0DBA-B216-AEE402296C1C}"/>
                </a:ext>
              </a:extLst>
            </p:cNvPr>
            <p:cNvSpPr/>
            <p:nvPr/>
          </p:nvSpPr>
          <p:spPr>
            <a:xfrm>
              <a:off x="6197600" y="2321907"/>
              <a:ext cx="558575" cy="598365"/>
            </a:xfrm>
            <a:prstGeom prst="ellipse">
              <a:avLst/>
            </a:prstGeom>
            <a:solidFill>
              <a:srgbClr val="9558B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dot108">
              <a:extLst>
                <a:ext uri="{FF2B5EF4-FFF2-40B4-BE49-F238E27FC236}">
                  <a16:creationId xmlns:a16="http://schemas.microsoft.com/office/drawing/2014/main" id="{31F09CCE-9BE0-7F01-B800-C2FE4FDF1CEC}"/>
                </a:ext>
              </a:extLst>
            </p:cNvPr>
            <p:cNvSpPr/>
            <p:nvPr/>
          </p:nvSpPr>
          <p:spPr>
            <a:xfrm>
              <a:off x="5816711" y="1785669"/>
              <a:ext cx="558575" cy="598365"/>
            </a:xfrm>
            <a:prstGeom prst="ellipse">
              <a:avLst/>
            </a:prstGeom>
            <a:solidFill>
              <a:srgbClr val="38982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347F72-A692-1A86-99DF-48F7BB11779F}"/>
                </a:ext>
              </a:extLst>
            </p:cNvPr>
            <p:cNvCxnSpPr>
              <a:cxnSpLocks/>
            </p:cNvCxnSpPr>
            <p:nvPr/>
          </p:nvCxnSpPr>
          <p:spPr>
            <a:xfrm>
              <a:off x="4566000" y="3079750"/>
              <a:ext cx="306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F9ABFD0-54B5-B880-6835-0F6BA6BC665F}"/>
                </a:ext>
              </a:extLst>
            </p:cNvPr>
            <p:cNvCxnSpPr>
              <a:cxnSpLocks/>
            </p:cNvCxnSpPr>
            <p:nvPr/>
          </p:nvCxnSpPr>
          <p:spPr>
            <a:xfrm>
              <a:off x="4926000" y="3371850"/>
              <a:ext cx="234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D69D067-A3BD-4B46-BEE3-EACC5892AD9A}"/>
                </a:ext>
              </a:extLst>
            </p:cNvPr>
            <p:cNvCxnSpPr>
              <a:cxnSpLocks/>
            </p:cNvCxnSpPr>
            <p:nvPr/>
          </p:nvCxnSpPr>
          <p:spPr>
            <a:xfrm>
              <a:off x="5286000" y="3734112"/>
              <a:ext cx="1620000" cy="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ube104">
              <a:extLst>
                <a:ext uri="{FF2B5EF4-FFF2-40B4-BE49-F238E27FC236}">
                  <a16:creationId xmlns:a16="http://schemas.microsoft.com/office/drawing/2014/main" id="{19294457-DA52-8BF0-8065-B09611110459}"/>
                </a:ext>
              </a:extLst>
            </p:cNvPr>
            <p:cNvSpPr/>
            <p:nvPr/>
          </p:nvSpPr>
          <p:spPr>
            <a:xfrm>
              <a:off x="5930900" y="3149600"/>
              <a:ext cx="330200" cy="1778000"/>
            </a:xfrm>
            <a:custGeom>
              <a:avLst/>
              <a:gdLst/>
              <a:ahLst/>
              <a:cxnLst/>
              <a:rect l="0" t="0" r="330200" b="1778000"/>
              <a:pathLst>
                <a:path w="330200" h="1778000" fill="none">
                  <a:moveTo>
                    <a:pt x="0" y="0"/>
                  </a:moveTo>
                  <a:lnTo>
                    <a:pt x="0" y="1612900"/>
                  </a:lnTo>
                  <a:cubicBezTo>
                    <a:pt x="0" y="1704085"/>
                    <a:pt x="73915" y="1778000"/>
                    <a:pt x="165100" y="1778000"/>
                  </a:cubicBezTo>
                </a:path>
              </a:pathLst>
            </a:custGeom>
            <a:noFill/>
            <a:ln w="63500" cap="rnd">
              <a:solidFill>
                <a:srgbClr val="4063D8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ube105">
              <a:extLst>
                <a:ext uri="{FF2B5EF4-FFF2-40B4-BE49-F238E27FC236}">
                  <a16:creationId xmlns:a16="http://schemas.microsoft.com/office/drawing/2014/main" id="{1C12BD18-C293-8E8B-A1EE-E2FD31252B5D}"/>
                </a:ext>
              </a:extLst>
            </p:cNvPr>
            <p:cNvSpPr/>
            <p:nvPr/>
          </p:nvSpPr>
          <p:spPr>
            <a:xfrm>
              <a:off x="5930900" y="3149600"/>
              <a:ext cx="330200" cy="1778000"/>
            </a:xfrm>
            <a:custGeom>
              <a:avLst/>
              <a:gdLst/>
              <a:ahLst/>
              <a:cxnLst/>
              <a:rect l="0" t="0" r="330200" b="1778000"/>
              <a:pathLst>
                <a:path w="330200" h="1778000" fill="none">
                  <a:moveTo>
                    <a:pt x="330200" y="0"/>
                  </a:moveTo>
                  <a:lnTo>
                    <a:pt x="330200" y="1612900"/>
                  </a:lnTo>
                  <a:cubicBezTo>
                    <a:pt x="330200" y="1704085"/>
                    <a:pt x="256285" y="1778000"/>
                    <a:pt x="165100" y="1778000"/>
                  </a:cubicBezTo>
                </a:path>
              </a:pathLst>
            </a:custGeom>
            <a:noFill/>
            <a:ln w="63500" cap="rnd">
              <a:solidFill>
                <a:srgbClr val="CB3C33"/>
              </a:solidFill>
              <a:round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4051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FCEF04-EC68-443A-AB39-4AC0E37B9E6A}">
  <we:reference id="wa200010725" version="1.0.0.1" store="en-GB" storeType="OMEX"/>
  <we:alternateReferences>
    <we:reference id="wa200010725" version="1.0.0.1" store="wa200010725" storeType="OMEX"/>
  </we:alternateReferences>
  <we:properties>
    <we:property name="claude.fileId" value="&quot;af51e659-1253-4d20-9af1-1d8f030e9de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 Dion</dc:creator>
  <cp:lastModifiedBy>Gab Dion</cp:lastModifiedBy>
  <cp:revision>1</cp:revision>
  <dcterms:created xsi:type="dcterms:W3CDTF">2026-07-01T10:59:57Z</dcterms:created>
  <dcterms:modified xsi:type="dcterms:W3CDTF">2026-07-03T01:32:33Z</dcterms:modified>
</cp:coreProperties>
</file>